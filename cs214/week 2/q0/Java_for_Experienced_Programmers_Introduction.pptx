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for Experienced Programmers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Focus: Java language concepts rather than basic programming</a:t>
            </a:r>
          </a:p>
          <a:p>
            <a:pPr>
              <a:defRPr sz="2400"/>
            </a:pPr>
            <a:r>
              <a:t>Topics: JVM, bytecode, OOP model, memory, collections, exceptions, generics, modern Java</a:t>
            </a:r>
          </a:p>
          <a:p>
            <a:pPr>
              <a:defRPr sz="2400"/>
            </a:pPr>
            <a:r>
              <a:t>Goal: Understand how Java works and how to write idiomatic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Java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Write source code in .java files.</a:t>
            </a:r>
          </a:p>
          <a:p>
            <a:pPr>
              <a:defRPr sz="2400"/>
            </a:pPr>
            <a:r>
              <a:t>`javac` compiles source into platform-independent bytecode (.class).</a:t>
            </a:r>
          </a:p>
          <a:p>
            <a:pPr>
              <a:defRPr sz="2400"/>
            </a:pPr>
            <a:r>
              <a:t>Bytecode is executed by the Java Virtual Machine (JVM).</a:t>
            </a:r>
          </a:p>
          <a:p>
            <a:pPr>
              <a:defRPr sz="2400"/>
            </a:pPr>
            <a:r>
              <a:t>The JVM loads classes, verifies bytecode for safety, manages memory and executes code.</a:t>
            </a:r>
          </a:p>
          <a:p>
            <a:pPr>
              <a:defRPr sz="2400"/>
            </a:pPr>
            <a:r>
              <a:t>Frequently executed ('hot') code is Just-In-Time (JIT) compiled into native machine code for performance.</a:t>
            </a:r>
          </a:p>
          <a:p>
            <a:pPr>
              <a:defRPr sz="2400"/>
            </a:pPr>
            <a:r>
              <a:t>Result: Same bytecode runs on Windows, Linux and macOS as long as a compatible JVM exists.</a:t>
            </a:r>
          </a:p>
          <a:p>
            <a:pPr>
              <a:defRPr sz="2400"/>
            </a:pPr>
            <a:r>
              <a:t>Flow: Source → javac → Bytecode → JVM → JIT → Native CPU Instructions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JDK vs JRE vs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JVM: Virtual machine that executes Java bytecode.</a:t>
            </a:r>
          </a:p>
          <a:p>
            <a:pPr>
              <a:defRPr sz="2400"/>
            </a:pPr>
            <a:r>
              <a:t>JRE: JVM + standard libraries required to run Java applications.</a:t>
            </a:r>
          </a:p>
          <a:p>
            <a:pPr>
              <a:defRPr sz="2400"/>
            </a:pPr>
            <a:r>
              <a:t>JDK: JRE + compiler (javac), debugger, documentation tools and developer utilities.</a:t>
            </a:r>
          </a:p>
          <a:p>
            <a:pPr>
              <a:defRPr sz="2400"/>
            </a:pPr>
            <a:r>
              <a:t>Developers install the JDK; end users historically only needed the JRE (modern distributions typically ship a JDK).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Memory &amp;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Primitive types store values directly (int, double, boolean, char).</a:t>
            </a:r>
          </a:p>
          <a:p>
            <a:pPr>
              <a:defRPr sz="2400"/>
            </a:pPr>
            <a:r>
              <a:t>Reference types store references to objects on the heap.</a:t>
            </a:r>
          </a:p>
          <a:p>
            <a:pPr>
              <a:defRPr sz="2400"/>
            </a:pPr>
            <a:r>
              <a:t>Stack: method calls, local variables and references.</a:t>
            </a:r>
          </a:p>
          <a:p>
            <a:pPr>
              <a:defRPr sz="2400"/>
            </a:pPr>
            <a:r>
              <a:t>Heap: objects and arrays created with new.</a:t>
            </a:r>
          </a:p>
          <a:p>
            <a:pPr>
              <a:defRPr sz="2400"/>
            </a:pPr>
            <a:r>
              <a:t>Garbage Collector automatically frees unreachable heap objects.</a:t>
            </a:r>
          </a:p>
          <a:p>
            <a:pPr>
              <a:defRPr sz="2400"/>
            </a:pPr>
            <a:r>
              <a:t>Strings are immutable, improving safety, caching and thread-friendliness.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Object-Oriented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Everything revolves around classes and objects.</a:t>
            </a:r>
          </a:p>
          <a:p>
            <a:pPr>
              <a:defRPr sz="2400"/>
            </a:pPr>
            <a:r>
              <a:t>Encapsulation: private fields + public methods.</a:t>
            </a:r>
          </a:p>
          <a:p>
            <a:pPr>
              <a:defRPr sz="2400"/>
            </a:pPr>
            <a:r>
              <a:t>Inheritance (extends) enables code reuse, but prefer composition where practical.</a:t>
            </a:r>
          </a:p>
          <a:p>
            <a:pPr>
              <a:defRPr sz="2400"/>
            </a:pPr>
            <a:r>
              <a:t>Interfaces define behaviour; classes implement interfaces.</a:t>
            </a:r>
          </a:p>
          <a:p>
            <a:pPr>
              <a:defRPr sz="2400"/>
            </a:pPr>
            <a:r>
              <a:t>Polymorphism allows code to depend on abstractions instead of concrete implementations.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&amp;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Prefer Collections over raw arrays for most applications.</a:t>
            </a:r>
          </a:p>
          <a:p>
            <a:pPr>
              <a:defRPr sz="2400"/>
            </a:pPr>
            <a:r>
              <a:t>List: ordered collection; ArrayList is the common default.</a:t>
            </a:r>
          </a:p>
          <a:p>
            <a:pPr>
              <a:defRPr sz="2400"/>
            </a:pPr>
            <a:r>
              <a:t>Set: unique elements; HashSet provides fast lookup.</a:t>
            </a:r>
          </a:p>
          <a:p>
            <a:pPr>
              <a:defRPr sz="2400"/>
            </a:pPr>
            <a:r>
              <a:t>Map: key-value pairs; HashMap is the common implementation.</a:t>
            </a:r>
          </a:p>
          <a:p>
            <a:pPr>
              <a:defRPr sz="2400"/>
            </a:pPr>
            <a:r>
              <a:t>Generics (List&lt;String&gt;) provide compile-time type safety and eliminate most casts.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Exceptions &amp; Modern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Checked exceptions must be handled or declared; unchecked exceptions inherit RuntimeException.</a:t>
            </a:r>
          </a:p>
          <a:p>
            <a:pPr>
              <a:defRPr sz="2400"/>
            </a:pPr>
            <a:r>
              <a:t>Use try/catch/finally for robust error handling.</a:t>
            </a:r>
          </a:p>
          <a:p>
            <a:pPr>
              <a:defRPr sz="2400"/>
            </a:pPr>
            <a:r>
              <a:t>Lambda expressions simplify functional code.</a:t>
            </a:r>
          </a:p>
          <a:p>
            <a:pPr>
              <a:defRPr sz="2400"/>
            </a:pPr>
            <a:r>
              <a:t>Streams support filter, map and reduce operations over collections.</a:t>
            </a:r>
          </a:p>
          <a:p>
            <a:pPr>
              <a:defRPr sz="2400"/>
            </a:pPr>
            <a:r>
              <a:t>Useful modern features: records, var, switch expressions, Optional, virtual threads (Java 21).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Java compiles to portable bytecode executed by the JVM.</a:t>
            </a:r>
          </a:p>
          <a:p>
            <a:pPr>
              <a:defRPr sz="2400"/>
            </a:pPr>
            <a:r>
              <a:t>JIT compilation provides near-native performance while remaining platform independent.</a:t>
            </a:r>
          </a:p>
          <a:p>
            <a:pPr>
              <a:defRPr sz="2400"/>
            </a:pPr>
            <a:r>
              <a:t>Understand references, heap, stack and garbage collection.</a:t>
            </a:r>
          </a:p>
          <a:p>
            <a:pPr>
              <a:defRPr sz="2400"/>
            </a:pPr>
            <a:r>
              <a:t>Use interfaces, collections and generics to write clean, maintainable code.</a:t>
            </a:r>
          </a:p>
          <a:p>
            <a:pPr>
              <a:defRPr sz="2400"/>
            </a:pPr>
            <a:r>
              <a:t>Learn Maven/Gradle and JUnit next for real-world Java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